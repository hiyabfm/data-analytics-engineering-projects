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7"/>
    <p:restoredTop sz="94682"/>
  </p:normalViewPr>
  <p:slideViewPr>
    <p:cSldViewPr snapToGrid="0">
      <p:cViewPr varScale="1">
        <p:scale>
          <a:sx n="111" d="100"/>
          <a:sy n="111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30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8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9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0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80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186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59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3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6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1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53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4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7AF1-A02C-86B9-BC28-1A3358D72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Data Management - Task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40546-8839-51E1-F29D-C10B20353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Hiyab Mengisteab</a:t>
            </a:r>
          </a:p>
        </p:txBody>
      </p:sp>
    </p:spTree>
    <p:extLst>
      <p:ext uri="{BB962C8B-B14F-4D97-AF65-F5344CB8AC3E}">
        <p14:creationId xmlns:p14="http://schemas.microsoft.com/office/powerpoint/2010/main" val="1095638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3CA8-B763-B2E3-F595-5064A7CD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 Overview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8AC8-BC5F-0012-852F-73EB42437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Expansion in HealthTech</a:t>
            </a:r>
            <a:endParaRPr lang="en-US" dirty="0"/>
          </a:p>
          <a:p>
            <a:pPr lvl="1"/>
            <a:r>
              <a:rPr lang="en-US" dirty="0"/>
              <a:t>Rapid growth in user-generated health data</a:t>
            </a:r>
          </a:p>
          <a:p>
            <a:pPr lvl="1"/>
            <a:r>
              <a:rPr lang="en-US" dirty="0"/>
              <a:t>Increased variety: structured, semi-structured, and unstructured formats</a:t>
            </a:r>
          </a:p>
          <a:p>
            <a:r>
              <a:rPr lang="en-US" b="1" dirty="0"/>
              <a:t>Current Limitations</a:t>
            </a:r>
            <a:endParaRPr lang="en-US" dirty="0"/>
          </a:p>
          <a:p>
            <a:pPr lvl="1"/>
            <a:r>
              <a:rPr lang="en-US" dirty="0"/>
              <a:t>Relational DB system lacks real-time ingestion capability</a:t>
            </a:r>
          </a:p>
          <a:p>
            <a:pPr lvl="1"/>
            <a:r>
              <a:rPr lang="en-US" dirty="0"/>
              <a:t>Struggles with large-scale, fast-moving, diverse data</a:t>
            </a:r>
          </a:p>
          <a:p>
            <a:r>
              <a:rPr lang="en-US" b="1" dirty="0"/>
              <a:t>Scalability and Flexibility Needs</a:t>
            </a:r>
            <a:endParaRPr lang="en-US" dirty="0"/>
          </a:p>
          <a:p>
            <a:pPr lvl="1"/>
            <a:r>
              <a:rPr lang="en-US" dirty="0"/>
              <a:t>Need for a system to efficiently store and process:</a:t>
            </a:r>
          </a:p>
          <a:p>
            <a:pPr lvl="2"/>
            <a:r>
              <a:rPr lang="en-US" dirty="0"/>
              <a:t>Heart rate</a:t>
            </a:r>
          </a:p>
          <a:p>
            <a:pPr lvl="2"/>
            <a:r>
              <a:rPr lang="en-US" dirty="0"/>
              <a:t>Sleep patterns</a:t>
            </a:r>
          </a:p>
          <a:p>
            <a:pPr lvl="2"/>
            <a:r>
              <a:rPr lang="en-US" dirty="0"/>
              <a:t>Activity levels</a:t>
            </a:r>
          </a:p>
          <a:p>
            <a:pPr lvl="2"/>
            <a:r>
              <a:rPr lang="en-US" dirty="0"/>
              <a:t>Blood glucose levels</a:t>
            </a:r>
          </a:p>
          <a:p>
            <a:pPr lvl="2"/>
            <a:r>
              <a:rPr lang="en-US" dirty="0"/>
              <a:t>Expanded medical health records</a:t>
            </a:r>
          </a:p>
          <a:p>
            <a:r>
              <a:rPr lang="en-US" b="1" dirty="0"/>
              <a:t>Strategic Objective</a:t>
            </a:r>
            <a:endParaRPr lang="en-US" dirty="0"/>
          </a:p>
          <a:p>
            <a:pPr lvl="1"/>
            <a:r>
              <a:rPr lang="en-US" dirty="0"/>
              <a:t>Implement a modern, flexible data architecture</a:t>
            </a:r>
          </a:p>
          <a:p>
            <a:pPr lvl="1"/>
            <a:r>
              <a:rPr lang="en-US" dirty="0"/>
              <a:t>Enable real-time insights and scalable health data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2E6F-72F9-B9F9-B7B5-57BD927D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NoSQL for </a:t>
            </a:r>
            <a:r>
              <a:rPr lang="en-US" dirty="0" err="1"/>
              <a:t>HealthTeck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CBED8-A44F-B132-03EE-5523C5782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Key Benefits of NoSQL Databases: </a:t>
            </a:r>
            <a:r>
              <a:rPr lang="en-US" b="1" dirty="0" err="1"/>
              <a:t>Mongodb</a:t>
            </a:r>
            <a:endParaRPr lang="en-US" dirty="0"/>
          </a:p>
          <a:p>
            <a:r>
              <a:rPr lang="en-US" b="1" dirty="0"/>
              <a:t>Scalability</a:t>
            </a:r>
            <a:endParaRPr lang="en-US" dirty="0"/>
          </a:p>
          <a:p>
            <a:pPr lvl="1"/>
            <a:r>
              <a:rPr lang="en-US" dirty="0"/>
              <a:t>Easily scales horizontally to handle increased data volume and user load</a:t>
            </a:r>
          </a:p>
          <a:p>
            <a:r>
              <a:rPr lang="en-US" b="1" dirty="0"/>
              <a:t>Flexibility</a:t>
            </a:r>
            <a:endParaRPr lang="en-US" dirty="0"/>
          </a:p>
          <a:p>
            <a:pPr lvl="1"/>
            <a:r>
              <a:rPr lang="en-US" dirty="0"/>
              <a:t>Schema-less design supports:</a:t>
            </a:r>
          </a:p>
          <a:p>
            <a:pPr lvl="2"/>
            <a:r>
              <a:rPr lang="en-US" dirty="0"/>
              <a:t>Structured, semi-structured, and unstructured data (e.g., JSON)</a:t>
            </a:r>
          </a:p>
          <a:p>
            <a:r>
              <a:rPr lang="en-US" b="1" dirty="0"/>
              <a:t>Performance</a:t>
            </a:r>
            <a:endParaRPr lang="en-US" dirty="0"/>
          </a:p>
          <a:p>
            <a:pPr lvl="1"/>
            <a:r>
              <a:rPr lang="en-US" dirty="0"/>
              <a:t>High-speed ingestion for real-time data collection and analysis (indexing)</a:t>
            </a:r>
          </a:p>
          <a:p>
            <a:pPr lvl="1"/>
            <a:r>
              <a:rPr lang="en-US" dirty="0"/>
              <a:t>Optimized for fast reads/writes across distributed systems</a:t>
            </a:r>
          </a:p>
          <a:p>
            <a:r>
              <a:rPr lang="en-US" b="1" dirty="0"/>
              <a:t>Agility</a:t>
            </a:r>
            <a:endParaRPr lang="en-US" dirty="0"/>
          </a:p>
          <a:p>
            <a:pPr lvl="1"/>
            <a:r>
              <a:rPr lang="en-US" dirty="0"/>
              <a:t>Allows quick changes to data models with minimal disruption</a:t>
            </a:r>
          </a:p>
          <a:p>
            <a:pPr lvl="1"/>
            <a:r>
              <a:rPr lang="en-US" dirty="0"/>
              <a:t>Ideal for rapidly evolving health data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14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CAF6-BA7D-DEA7-EA4B-0B167BC79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 &amp; Security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182EC-16C8-1B5E-1DFE-5A010B690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ensure protection of sensitive health data in the proposed database:</a:t>
            </a:r>
          </a:p>
          <a:p>
            <a:r>
              <a:rPr lang="en-US" b="1" dirty="0"/>
              <a:t>Role-Based Access Control (RBAC)</a:t>
            </a:r>
            <a:br>
              <a:rPr lang="en-US" dirty="0"/>
            </a:br>
            <a:r>
              <a:rPr lang="en-US" dirty="0"/>
              <a:t>Restrict read/write permissions based on user roles to limit exposure.</a:t>
            </a:r>
          </a:p>
          <a:p>
            <a:r>
              <a:rPr lang="en-US" b="1" dirty="0"/>
              <a:t>Data Encryption</a:t>
            </a:r>
            <a:br>
              <a:rPr lang="en-US" dirty="0"/>
            </a:br>
            <a:r>
              <a:rPr lang="en-US" dirty="0"/>
              <a:t>Encrypt data </a:t>
            </a:r>
            <a:r>
              <a:rPr lang="en-US" b="1" dirty="0"/>
              <a:t>at rest</a:t>
            </a:r>
            <a:r>
              <a:rPr lang="en-US" dirty="0"/>
              <a:t> and </a:t>
            </a:r>
            <a:r>
              <a:rPr lang="en-US" b="1" dirty="0"/>
              <a:t>in transit</a:t>
            </a:r>
            <a:r>
              <a:rPr lang="en-US" dirty="0"/>
              <a:t> to safeguard against unauthorized access.</a:t>
            </a:r>
          </a:p>
          <a:p>
            <a:r>
              <a:rPr lang="en-US" b="1" dirty="0"/>
              <a:t>Audit Logging</a:t>
            </a:r>
            <a:br>
              <a:rPr lang="en-US" dirty="0"/>
            </a:br>
            <a:r>
              <a:rPr lang="en-US" dirty="0"/>
              <a:t>Maintain detailed logs of all user access and activity for:</a:t>
            </a:r>
          </a:p>
          <a:p>
            <a:pPr lvl="1"/>
            <a:r>
              <a:rPr lang="en-US" dirty="0"/>
              <a:t>Monitoring</a:t>
            </a:r>
          </a:p>
          <a:p>
            <a:pPr lvl="1"/>
            <a:r>
              <a:rPr lang="en-US" dirty="0"/>
              <a:t>Compliance</a:t>
            </a:r>
          </a:p>
          <a:p>
            <a:pPr lvl="1"/>
            <a:r>
              <a:rPr lang="en-US" dirty="0"/>
              <a:t>Breach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AA93-A979-3E26-DB88-902B21462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D982D-15AA-40EC-069F-ECE848A1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i="1" dirty="0"/>
              <a:t>External resources not used in this submission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199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66</TotalTime>
  <Words>252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Rockwell</vt:lpstr>
      <vt:lpstr>Rockwell Condensed</vt:lpstr>
      <vt:lpstr>Rockwell Extra Bold</vt:lpstr>
      <vt:lpstr>Wingdings</vt:lpstr>
      <vt:lpstr>Wood Type</vt:lpstr>
      <vt:lpstr>Data Management - Task 2</vt:lpstr>
      <vt:lpstr>Business Problem Overview </vt:lpstr>
      <vt:lpstr>Why NoSQL for HealthTeck</vt:lpstr>
      <vt:lpstr>Privacy &amp; Security Measures</vt:lpstr>
      <vt:lpstr>Reference: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Hiyab Mengisteab</dc:creator>
  <cp:lastModifiedBy>Hiyab Mengisteab</cp:lastModifiedBy>
  <cp:revision>3</cp:revision>
  <dcterms:created xsi:type="dcterms:W3CDTF">2025-06-16T01:17:34Z</dcterms:created>
  <dcterms:modified xsi:type="dcterms:W3CDTF">2025-06-16T02:34:11Z</dcterms:modified>
</cp:coreProperties>
</file>